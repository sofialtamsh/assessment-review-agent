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Linear Regression — Session ds_07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Course: Machine Learning | Module: Classical ML | Unit: Regression</a:t>
            </a:r>
          </a:p>
          <a:p>
            <a:pPr>
              <a:defRPr sz="1800"/>
            </a:pPr>
            <a:r>
              <a:t>Today: cost function, gradient descent, learning rate, R-squared, assumptions.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MSE Cost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Linear regression fits a line y = w*x + b to the data.</a:t>
            </a:r>
          </a:p>
          <a:p>
            <a:pPr>
              <a:defRPr sz="1800"/>
            </a:pPr>
            <a:r>
              <a:t>The cost function measures how wrong the predictions are.</a:t>
            </a:r>
          </a:p>
          <a:p>
            <a:pPr>
              <a:defRPr sz="1800"/>
            </a:pPr>
            <a:r>
              <a:t>Mean Squared Error (MSE) = average of the squared differences between predicted and actual values.</a:t>
            </a:r>
          </a:p>
          <a:p>
            <a:pPr>
              <a:defRPr sz="1800"/>
            </a:pPr>
            <a:r>
              <a:t>Minimizing MSE finds the parameters that best fit the data.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Gradient Descent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Gradient descent iteratively updates the parameters to reduce the cost.</a:t>
            </a:r>
          </a:p>
          <a:p>
            <a:pPr>
              <a:defRPr sz="1800"/>
            </a:pPr>
            <a:r>
              <a:t>Each step moves the parameters in the direction that decreases MSE.</a:t>
            </a:r>
          </a:p>
          <a:p>
            <a:pPr>
              <a:defRPr sz="1800"/>
            </a:pPr>
            <a:r>
              <a:t>As iterations proceed, the cost typically decreases toward a minimum.</a:t>
            </a:r>
          </a:p>
          <a:p>
            <a:pPr>
              <a:defRPr sz="1800"/>
            </a:pPr>
            <a:r>
              <a:t>For linear regression the MSE cost is convex, so gradient descent reaches the global minimum.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Learning Rate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learning rate (alpha) controls the size of each update step toward the minimum.</a:t>
            </a:r>
          </a:p>
          <a:p>
            <a:pPr>
              <a:defRPr sz="1800"/>
            </a:pPr>
            <a:r>
              <a:t>If the learning rate is too high, the cost may diverge and fail to converge.</a:t>
            </a:r>
          </a:p>
          <a:p>
            <a:pPr>
              <a:defRPr sz="1800"/>
            </a:pPr>
            <a:r>
              <a:t>If it is too low, training is slow.</a:t>
            </a:r>
          </a:p>
          <a:p>
            <a:pPr>
              <a:defRPr sz="1800"/>
            </a:pPr>
            <a:r>
              <a:t>The learning rate is conventionally denoted by the symbol alpha.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Worked Example: Predicting House Price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Suppose we learned the model price = 50 + 30 * size.</a:t>
            </a:r>
          </a:p>
          <a:p>
            <a:pPr>
              <a:defRPr sz="1800"/>
            </a:pPr>
            <a:r>
              <a:t>For a house of size = 4, the predicted price = 50 + 30 * 4 = 170.</a:t>
            </a:r>
          </a:p>
          <a:p>
            <a:pPr>
              <a:defRPr sz="1800"/>
            </a:pPr>
            <a:r>
              <a:t>This shows how the fitted line turns an input into a prediction.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R-squared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R-squared measures the proportion of variance in the target explained by the model.</a:t>
            </a:r>
          </a:p>
          <a:p>
            <a:pPr>
              <a:defRPr sz="1800"/>
            </a:pPr>
            <a:r>
              <a:t>An R-squared of 1.0 means the model explains all of the variance.</a:t>
            </a:r>
          </a:p>
          <a:p>
            <a:pPr>
              <a:defRPr sz="1800"/>
            </a:pPr>
            <a:r>
              <a:t>A low R-squared means the model explains little of the variance.</a:t>
            </a:r>
          </a:p>
          <a:p>
            <a:pPr>
              <a:defRPr sz="1800"/>
            </a:pPr>
            <a:r>
              <a:t>R-squared typically ranges between 0 and 1.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Assumptions of Linear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There is a linear relationship between the features and the target.</a:t>
            </a:r>
          </a:p>
          <a:p>
            <a:pPr>
              <a:defRPr sz="1800"/>
            </a:pPr>
            <a:r>
              <a:t>Errors are independent and have constant variance.</a:t>
            </a:r>
          </a:p>
          <a:p>
            <a:pPr>
              <a:defRPr sz="1800"/>
            </a:pPr>
            <a:r>
              <a:t>Understanding assumptions helps diagnose when linear regression is appropriate.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